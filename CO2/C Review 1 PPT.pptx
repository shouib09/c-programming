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2" r:id="rId3"/>
    <p:sldId id="261" r:id="rId4"/>
    <p:sldId id="262" r:id="rId5"/>
    <p:sldId id="258" r:id="rId6"/>
    <p:sldId id="263" r:id="rId7"/>
    <p:sldId id="264" r:id="rId8"/>
    <p:sldId id="270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ink.springer.com/journal/10916" TargetMode="External"/><Relationship Id="rId4" Type="http://schemas.openxmlformats.org/officeDocument/2006/relationships/hyperlink" Target="https://www.researchgate.net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1596" y="633335"/>
            <a:ext cx="9144000" cy="1096547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Chennai-602105.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4985" y="2796541"/>
            <a:ext cx="7522029" cy="632459"/>
          </a:xfrm>
        </p:spPr>
        <p:txBody>
          <a:bodyPr>
            <a:noAutofit/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Patient Record System</a:t>
            </a: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522" y="658019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8" y="65582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987F3-E905-FFA4-F283-0ED5C91BD7DF}"/>
              </a:ext>
            </a:extLst>
          </p:cNvPr>
          <p:cNvSpPr txBox="1"/>
          <p:nvPr/>
        </p:nvSpPr>
        <p:spPr>
          <a:xfrm>
            <a:off x="3418114" y="2013857"/>
            <a:ext cx="50618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CSA0212- C PROGRAMMING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9CF11-B80E-FC5E-87D6-04CD06780A3B}"/>
              </a:ext>
            </a:extLst>
          </p:cNvPr>
          <p:cNvSpPr txBox="1"/>
          <p:nvPr/>
        </p:nvSpPr>
        <p:spPr>
          <a:xfrm>
            <a:off x="924067" y="4147457"/>
            <a:ext cx="3963619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Subrahmanyam (192312521)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Dileep Reddy (192312572)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Shouib Akthar (192312208)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8E9862-9A20-3F5B-DF91-398BFF31D9F9}"/>
              </a:ext>
            </a:extLst>
          </p:cNvPr>
          <p:cNvSpPr txBox="1"/>
          <p:nvPr/>
        </p:nvSpPr>
        <p:spPr>
          <a:xfrm>
            <a:off x="7739743" y="4267200"/>
            <a:ext cx="3699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Suprivisor by: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V Karpagam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8866" y="434716"/>
            <a:ext cx="9144000" cy="798644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Problem Statement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6689" y="1490276"/>
            <a:ext cx="10836729" cy="4415613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patient records manually is time-consuming and prone to human errors.</a:t>
            </a: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Retrieving, updating, and managing patient information becomes difficult as the number of patients increases.</a:t>
            </a: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Paper-based records may be lost, damaged, or duplicated, affecting the accuracy of hospital data.</a:t>
            </a: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management delays patient care and reduces the overall efficiency of hospital operations.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6627" y="246955"/>
            <a:ext cx="9144000" cy="9144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Objectives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5741" y="1673149"/>
            <a:ext cx="11025773" cy="428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 Hospital Patient Record System using the C programming language.</a:t>
            </a: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file handling techniques for secure and permanent storage of patient records.</a:t>
            </a: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functionalities such as adding, searching, updating, viewing, and deleting patient information.</a:t>
            </a: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accuracy, efficiency, and accessibility of patient records while reducing manual effort.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4666"/>
            <a:ext cx="9144000" cy="900113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 flipV="1">
            <a:off x="152400" y="337066"/>
            <a:ext cx="11722100" cy="577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152400" y="-322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09814" y="1584385"/>
            <a:ext cx="1136468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Hospital Patient Record System is a computerized solution for maintaining detailed records of patients in a healthcare facility.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includes information such as patient demographics, medical history, treatments, lab results, and billing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Traditionally, hospitals relied on paper-based records, which were prone to errors, misplacement, and inefficiency.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digital systems, hospitals can ensure accurate, organized, and easily retrievable patient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4780"/>
            <a:ext cx="9144000" cy="98425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4272" y="1273810"/>
            <a:ext cx="10063843" cy="5329512"/>
          </a:xfrm>
        </p:spPr>
        <p:txBody>
          <a:bodyPr>
            <a:normAutofit lnSpcReduction="10000"/>
          </a:bodyPr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1: Patient Registration &amp; Record Management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Register patients and generate Patient ID.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Store and retrieve patient records from files.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2: Appointments &amp; Medical Records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Manage appointments, treatments, and prescriptions.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Update diagnosis and medical history.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3: Emergency &amp; Discharge Management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Flag critical patients.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Search by Patient ID or Name.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Generate discharge summaries.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91074"/>
            <a:ext cx="9144000" cy="109654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02498" y="1642784"/>
            <a:ext cx="11187003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and display the main menu (Register, Appointments, Diagnosis, Billing, Exit).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patient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details (Name, Age, Contact, etc.) and generate a unique Patient ID.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appointments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record diagnosis and prescriptions using Patient ID and Doctor ID.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retrieve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relevant datasets (medical history, reports, billing, etc.).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bill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services used and allow the user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91074"/>
            <a:ext cx="9144000" cy="109654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263" y="1518404"/>
            <a:ext cx="10675550" cy="4732493"/>
          </a:xfrm>
        </p:spPr>
        <p:txBody>
          <a:bodyPr>
            <a:normAutofit/>
          </a:bodyPr>
          <a:lstStyle/>
          <a:p>
            <a:pPr algn="l"/>
            <a:endParaRPr lang="en-IN" sz="2800" dirty="0">
              <a:solidFill>
                <a:srgbClr val="0070C0"/>
              </a:solidFill>
            </a:endParaRPr>
          </a:p>
          <a:p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32671" y="894735"/>
            <a:ext cx="1809135" cy="4817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Start 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5083" y="1693266"/>
            <a:ext cx="3382297" cy="7865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Register Patient  </a:t>
            </a:r>
          </a:p>
          <a:p>
            <a:pPr algn="ctr"/>
            <a:r>
              <a:rPr lang="en-IN" dirty="0"/>
              <a:t>      1. Admin       2.Reception 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2297" y="2941583"/>
            <a:ext cx="1651820" cy="6942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Admin Login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1132" y="2920299"/>
            <a:ext cx="1750142" cy="6679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Reception Login 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2297" y="4212551"/>
            <a:ext cx="1651821" cy="629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Manage Staff Patient Data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6121132" y="4106340"/>
            <a:ext cx="1750142" cy="6043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8050" y="5372418"/>
            <a:ext cx="1740312" cy="6268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view Records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600" y="5058996"/>
            <a:ext cx="1750142" cy="6268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generate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0459" y="6090252"/>
            <a:ext cx="1750143" cy="6268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Logout </a:t>
            </a:r>
          </a:p>
        </p:txBody>
      </p:sp>
      <p:cxnSp>
        <p:nvCxnSpPr>
          <p:cNvPr id="20" name="Straight Arrow Connector 19"/>
          <p:cNvCxnSpPr>
            <a:stCxn id="5" idx="2"/>
          </p:cNvCxnSpPr>
          <p:nvPr/>
        </p:nvCxnSpPr>
        <p:spPr>
          <a:xfrm>
            <a:off x="5437239" y="1376516"/>
            <a:ext cx="0" cy="316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208206" y="2479847"/>
            <a:ext cx="0" cy="461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794090" y="2479847"/>
            <a:ext cx="0" cy="424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7" idx="2"/>
            <a:endCxn id="9" idx="0"/>
          </p:cNvCxnSpPr>
          <p:nvPr/>
        </p:nvCxnSpPr>
        <p:spPr>
          <a:xfrm>
            <a:off x="4208207" y="3635817"/>
            <a:ext cx="1" cy="576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8" idx="2"/>
            <a:endCxn id="10" idx="0"/>
          </p:cNvCxnSpPr>
          <p:nvPr/>
        </p:nvCxnSpPr>
        <p:spPr>
          <a:xfrm>
            <a:off x="6996203" y="3588213"/>
            <a:ext cx="0" cy="518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10" idx="2"/>
            <a:endCxn id="12" idx="0"/>
          </p:cNvCxnSpPr>
          <p:nvPr/>
        </p:nvCxnSpPr>
        <p:spPr>
          <a:xfrm>
            <a:off x="6996203" y="4710731"/>
            <a:ext cx="5468" cy="348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2" idx="2"/>
            <a:endCxn id="13" idx="0"/>
          </p:cNvCxnSpPr>
          <p:nvPr/>
        </p:nvCxnSpPr>
        <p:spPr>
          <a:xfrm>
            <a:off x="7001671" y="5685841"/>
            <a:ext cx="33860" cy="404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9" idx="2"/>
            <a:endCxn id="11" idx="0"/>
          </p:cNvCxnSpPr>
          <p:nvPr/>
        </p:nvCxnSpPr>
        <p:spPr>
          <a:xfrm flipH="1">
            <a:off x="4208206" y="4841816"/>
            <a:ext cx="2" cy="530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7100" y="188685"/>
            <a:ext cx="4563745" cy="889001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 cod</a:t>
            </a:r>
            <a:r>
              <a:rPr lang="en-US" sz="66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0292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Patient Data Structure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a Patient List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Patient Function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Patient Function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Patient Record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Patient Record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All Patients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Menu-Driven Interface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and Error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91073"/>
            <a:ext cx="9144000" cy="882652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864607" y="882652"/>
            <a:ext cx="1046278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Personal Details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,age ,Gender , Contact , Address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illnesses ,Surgeries, Allergies, Ongoing treatments.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Visit Details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, diagnosis ,doctor notes ,Prescriptions.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Patient Record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,Updated Profile of the Patient including visit and medical history 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Prescription slip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Concreted prescription based on doctors inputs.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91074"/>
            <a:ext cx="9144000" cy="109654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12788" y="922598"/>
            <a:ext cx="10945812" cy="6309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Information Dataset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Contains personal details like Patient ID, Name, Age, Gender, Contact, and Address.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 Dataset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Stores previous illnesses, surgeries, allergies, and ongoing medical conditions.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Dataset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ID, Patient ID, Doctor ID, Date &amp; Time, Visit Reason, Status.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Reports Dataset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ID, Patient ID, Test Name, Date, Results, Lab Technician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and Payment Dataset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ID, Patient ID, Services Availed, Cost, Payment Status, Payment Mode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91074"/>
            <a:ext cx="9144000" cy="109654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4592" y="1101641"/>
            <a:ext cx="11557508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Record Management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Patient data is stored, updated, and retrieved with high accuracy.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Operations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Registration, billing, and report generation are completed in less time compared to manual processes.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Human Errors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Automated validations minimize data entry mistakes and calculation errors.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 Security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Role-based access and encryption ensure patient information is secure and private.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User Experience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Doctors and staff find the system user-friendly and efficient.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91074"/>
            <a:ext cx="9144000" cy="109654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3495" y="1212215"/>
            <a:ext cx="11896090" cy="528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 Programming Language by Brian W. Kernighan &amp; Dennis M. Ritchie.</a:t>
            </a:r>
            <a:endParaRPr kumimoji="0" lang="en-US" altLang="en-US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Programming in ANSI C by E. Balagurusamy.ResearchGate </a:t>
            </a:r>
            <a:endParaRPr kumimoji="0" lang="en-US" altLang="en-US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 (WHO) – Electronic Health Records: Manual for Developing Countries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ResearchGate – A Review on Electronic Medical Record (EMR) Systems</a:t>
            </a:r>
            <a:b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</a:t>
            </a: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Medical Systems – Security and Privacy in Electronic Health Records</a:t>
            </a:r>
            <a:b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https://link.springer.com/journal/10916</a:t>
            </a:r>
            <a:endParaRPr kumimoji="0" lang="en-US" altLang="en-US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4078" y="2788103"/>
            <a:ext cx="9144000" cy="109654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4007" y="2125507"/>
            <a:ext cx="8636888" cy="473249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Please</a:t>
            </a: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802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SIMATS ENGINEERING Saveetha Institute of Medical and Technical Sciences Chennai-602105.</vt:lpstr>
      <vt:lpstr>Problem Statement</vt:lpstr>
      <vt:lpstr>Objectives</vt:lpstr>
      <vt:lpstr>Introduction</vt:lpstr>
      <vt:lpstr>Modules</vt:lpstr>
      <vt:lpstr>Algorithm</vt:lpstr>
      <vt:lpstr>Flow Diagram</vt:lpstr>
      <vt:lpstr>pseudo code</vt:lpstr>
      <vt:lpstr>Input/Output</vt:lpstr>
      <vt:lpstr>Dataset Used</vt:lpstr>
      <vt:lpstr>Result Analysis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Thevasigamani</dc:creator>
  <cp:lastModifiedBy>Subbu K</cp:lastModifiedBy>
  <cp:revision>17</cp:revision>
  <dcterms:created xsi:type="dcterms:W3CDTF">2025-03-19T06:12:00Z</dcterms:created>
  <dcterms:modified xsi:type="dcterms:W3CDTF">2026-07-30T17:48:24Z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8E4F734B0C67443D8916BEB4EA11DD45_12</vt:lpwstr>
  </property>
  <property fmtid="{D5CDD505-2E9C-101B-9397-08002B2CF9AE}" pid="3" name="KSOProductBuildVer">
    <vt:lpwstr>1033-12.1.0.27458</vt:lpwstr>
  </property>
</Properties>
</file>